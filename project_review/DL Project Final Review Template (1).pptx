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8" r:id="rId3"/>
    <p:sldId id="280" r:id="rId4"/>
    <p:sldId id="260" r:id="rId5"/>
    <p:sldId id="259" r:id="rId6"/>
    <p:sldId id="262" r:id="rId7"/>
    <p:sldId id="267" r:id="rId8"/>
    <p:sldId id="261" r:id="rId9"/>
    <p:sldId id="269" r:id="rId10"/>
    <p:sldId id="270" r:id="rId11"/>
    <p:sldId id="271" r:id="rId12"/>
    <p:sldId id="272" r:id="rId13"/>
    <p:sldId id="263" r:id="rId14"/>
    <p:sldId id="264" r:id="rId15"/>
    <p:sldId id="266" r:id="rId16"/>
    <p:sldId id="274" r:id="rId17"/>
    <p:sldId id="277" r:id="rId18"/>
    <p:sldId id="278" r:id="rId19"/>
    <p:sldId id="279" r:id="rId20"/>
    <p:sldId id="276" r:id="rId21"/>
  </p:sldIdLst>
  <p:sldSz cx="12192000" cy="6858000"/>
  <p:notesSz cx="6858000" cy="9144000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itchFamily="34" charset="0"/>
        <a:ea typeface="+mn-ea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itchFamily="34" charset="0"/>
        <a:ea typeface="+mn-ea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itchFamily="34" charset="0"/>
        <a:ea typeface="+mn-ea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108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9CB5037-EC4D-493E-8858-0474849FC6C7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IN" altLang="x-none" dirty="0">
                <a:latin typeface="Calibri" pitchFamily="34" charset="0"/>
              </a:rPr>
            </a:fld>
            <a:endParaRPr lang="en-IN" altLang="x-none" dirty="0"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9CB5037-EC4D-493E-8858-0474849FC6C7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IN" altLang="x-none" dirty="0">
                <a:latin typeface="Calibri" pitchFamily="34" charset="0"/>
              </a:rPr>
            </a:fld>
            <a:endParaRPr lang="en-IN" altLang="x-none" dirty="0"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9CB5037-EC4D-493E-8858-0474849FC6C7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IN" altLang="x-none" dirty="0">
                <a:latin typeface="Calibri" pitchFamily="34" charset="0"/>
              </a:rPr>
            </a:fld>
            <a:endParaRPr lang="en-IN" altLang="x-none" dirty="0"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9CB5037-EC4D-493E-8858-0474849FC6C7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IN" altLang="x-none" dirty="0">
                <a:latin typeface="Calibri" pitchFamily="34" charset="0"/>
              </a:rPr>
            </a:fld>
            <a:endParaRPr lang="en-IN" altLang="x-none" dirty="0"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9CB5037-EC4D-493E-8858-0474849FC6C7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IN" altLang="x-none" dirty="0">
                <a:latin typeface="Calibri" pitchFamily="34" charset="0"/>
              </a:rPr>
            </a:fld>
            <a:endParaRPr lang="en-IN" altLang="x-none" dirty="0"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9CB5037-EC4D-493E-8858-0474849FC6C7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IN" altLang="x-none" dirty="0">
                <a:latin typeface="Calibri" pitchFamily="34" charset="0"/>
              </a:rPr>
            </a:fld>
            <a:endParaRPr lang="en-IN" altLang="x-none" dirty="0"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9CB5037-EC4D-493E-8858-0474849FC6C7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IN" altLang="x-none" dirty="0">
                <a:latin typeface="Calibri" pitchFamily="34" charset="0"/>
              </a:rPr>
            </a:fld>
            <a:endParaRPr lang="en-IN" altLang="x-none" dirty="0"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9CB5037-EC4D-493E-8858-0474849FC6C7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IN" altLang="x-none" dirty="0">
                <a:latin typeface="Calibri" pitchFamily="34" charset="0"/>
              </a:rPr>
            </a:fld>
            <a:endParaRPr lang="en-IN" altLang="x-none" dirty="0"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endParaRPr kumimoji="0" lang="en-IN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9CB5037-EC4D-493E-8858-0474849FC6C7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IN" altLang="x-none" dirty="0">
                <a:latin typeface="Calibri" pitchFamily="34" charset="0"/>
              </a:rPr>
            </a:fld>
            <a:endParaRPr lang="en-IN" altLang="x-none" dirty="0"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9CB5037-EC4D-493E-8858-0474849FC6C7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IN" altLang="x-none" dirty="0">
                <a:latin typeface="Calibri" pitchFamily="34" charset="0"/>
              </a:rPr>
            </a:fld>
            <a:endParaRPr lang="en-IN" altLang="x-none" dirty="0"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9CB5037-EC4D-493E-8858-0474849FC6C7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IN" altLang="x-none" dirty="0">
                <a:latin typeface="Calibri" pitchFamily="34" charset="0"/>
              </a:rPr>
            </a:fld>
            <a:endParaRPr lang="en-IN" altLang="x-none" dirty="0"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en-US" dirty="0"/>
              <a:t>Click to edit Master title style</a:t>
            </a:r>
            <a:endParaRPr lang="en-IN" alt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en-US" dirty="0"/>
              <a:t>Click to edit Master text styles</a:t>
            </a:r>
            <a:endParaRPr lang="en-US" altLang="en-US" dirty="0"/>
          </a:p>
          <a:p>
            <a:pPr lvl="1"/>
            <a:r>
              <a:rPr lang="en-US" altLang="en-US" dirty="0"/>
              <a:t>Second level</a:t>
            </a:r>
            <a:endParaRPr lang="en-US" altLang="en-US" dirty="0"/>
          </a:p>
          <a:p>
            <a:pPr lvl="2"/>
            <a:r>
              <a:rPr lang="en-US" altLang="en-US" dirty="0"/>
              <a:t>Third level</a:t>
            </a:r>
            <a:endParaRPr lang="en-US" altLang="en-US" dirty="0"/>
          </a:p>
          <a:p>
            <a:pPr lvl="3"/>
            <a:r>
              <a:rPr lang="en-US" altLang="en-US" dirty="0"/>
              <a:t>Fourth level</a:t>
            </a:r>
            <a:endParaRPr lang="en-US" altLang="en-US" dirty="0"/>
          </a:p>
          <a:p>
            <a:pPr lvl="4"/>
            <a:r>
              <a:rPr lang="en-US" altLang="en-US" dirty="0"/>
              <a:t>Fifth level</a:t>
            </a:r>
            <a:endParaRPr lang="en-I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9CB5037-EC4D-493E-8858-0474849FC6C7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IN" altLang="x-none" dirty="0">
                <a:latin typeface="Calibri" pitchFamily="34" charset="0"/>
              </a:rPr>
            </a:fld>
            <a:endParaRPr lang="en-IN" altLang="x-none" dirty="0">
              <a:latin typeface="Calibri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7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7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50" name="Subtitle 2"/>
          <p:cNvSpPr>
            <a:spLocks noGrp="1"/>
          </p:cNvSpPr>
          <p:nvPr>
            <p:ph type="subTitle" idx="1"/>
          </p:nvPr>
        </p:nvSpPr>
        <p:spPr>
          <a:xfrm>
            <a:off x="1193800" y="1989138"/>
            <a:ext cx="9702800" cy="693737"/>
          </a:xfrm>
          <a:ln/>
        </p:spPr>
        <p:txBody>
          <a:bodyPr vert="horz" wrap="square" lIns="91440" tIns="45720" rIns="91440" bIns="45720" anchor="t" anchorCtr="0"/>
          <a:p>
            <a:pPr>
              <a:buClrTx/>
              <a:buSzTx/>
            </a:pPr>
            <a:r>
              <a:rPr lang="en-US" altLang="en-US" sz="4000" kern="1200" dirty="0">
                <a:latin typeface="+mn-lt"/>
                <a:ea typeface="+mn-ea"/>
                <a:cs typeface="+mn-cs"/>
              </a:rPr>
              <a:t>School of Computer Science and Engineering</a:t>
            </a:r>
            <a:endParaRPr lang="en-IN" altLang="en-US" sz="40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2051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0988" y="528638"/>
            <a:ext cx="3452812" cy="1371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2" name="TextBox 5"/>
          <p:cNvSpPr txBox="1"/>
          <p:nvPr/>
        </p:nvSpPr>
        <p:spPr>
          <a:xfrm>
            <a:off x="709613" y="3608388"/>
            <a:ext cx="10671175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 dirty="0"/>
              <a:t>TITLE</a:t>
            </a:r>
            <a:endParaRPr lang="en-IN" altLang="en-US" sz="3200" dirty="0"/>
          </a:p>
        </p:txBody>
      </p:sp>
      <p:sp>
        <p:nvSpPr>
          <p:cNvPr id="2053" name="TextBox 6"/>
          <p:cNvSpPr txBox="1"/>
          <p:nvPr/>
        </p:nvSpPr>
        <p:spPr>
          <a:xfrm>
            <a:off x="760413" y="2682875"/>
            <a:ext cx="10671175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dirty="0"/>
              <a:t>Deep Learning Project Review-2</a:t>
            </a:r>
            <a:endParaRPr lang="en-IN" altLang="en-US" dirty="0"/>
          </a:p>
        </p:txBody>
      </p:sp>
      <p:sp>
        <p:nvSpPr>
          <p:cNvPr id="2054" name="TextBox 7"/>
          <p:cNvSpPr txBox="1"/>
          <p:nvPr/>
        </p:nvSpPr>
        <p:spPr>
          <a:xfrm>
            <a:off x="565626" y="5041900"/>
            <a:ext cx="3293110" cy="12604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dirty="0"/>
              <a:t>Guide</a:t>
            </a:r>
            <a:endParaRPr lang="en-US" altLang="en-US" sz="2400" dirty="0"/>
          </a:p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dirty="0"/>
              <a:t>Dr. xxxx</a:t>
            </a:r>
            <a:endParaRPr lang="en-US" altLang="en-US" dirty="0"/>
          </a:p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dirty="0"/>
              <a:t>Sr. Assistant Professor</a:t>
            </a:r>
            <a:endParaRPr lang="en-US" altLang="en-US" sz="2400" dirty="0"/>
          </a:p>
        </p:txBody>
      </p:sp>
      <p:sp>
        <p:nvSpPr>
          <p:cNvPr id="2055" name="TextBox 8"/>
          <p:cNvSpPr txBox="1"/>
          <p:nvPr/>
        </p:nvSpPr>
        <p:spPr>
          <a:xfrm>
            <a:off x="8720138" y="4629150"/>
            <a:ext cx="2906712" cy="1939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7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dirty="0"/>
              <a:t>Presented by</a:t>
            </a:r>
            <a:endParaRPr lang="en-US" altLang="en-US" sz="2400" dirty="0"/>
          </a:p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dirty="0"/>
              <a:t>Name, Register No.</a:t>
            </a:r>
            <a:endParaRPr lang="en-US" altLang="en-US" sz="2400" dirty="0"/>
          </a:p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dirty="0"/>
              <a:t>Name, Register No.</a:t>
            </a:r>
            <a:endParaRPr lang="en-IN" altLang="en-US" sz="2400" dirty="0"/>
          </a:p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dirty="0"/>
              <a:t>Name, Register No.</a:t>
            </a:r>
            <a:endParaRPr lang="en-IN" altLang="en-US" sz="2400" dirty="0"/>
          </a:p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dirty="0"/>
              <a:t>Name, Register No.</a:t>
            </a:r>
            <a:endParaRPr lang="en-IN" alt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4713"/>
          </a:xfrm>
          <a:ln/>
        </p:spPr>
        <p:txBody>
          <a:bodyPr vert="horz" wrap="square" lIns="91440" tIns="45720" rIns="91440" bIns="45720" anchor="ctr" anchorCtr="0"/>
          <a:p>
            <a:pPr algn="ctr"/>
            <a:r>
              <a:rPr lang="en-US" altLang="en-US" b="1" dirty="0"/>
              <a:t>Outline</a:t>
            </a:r>
            <a:endParaRPr lang="en-IN" altLang="en-US" b="1" dirty="0"/>
          </a:p>
        </p:txBody>
      </p:sp>
      <p:sp>
        <p:nvSpPr>
          <p:cNvPr id="3075" name="Content Placeholder 2"/>
          <p:cNvSpPr>
            <a:spLocks noGrp="1"/>
          </p:cNvSpPr>
          <p:nvPr>
            <p:ph idx="1"/>
          </p:nvPr>
        </p:nvSpPr>
        <p:spPr>
          <a:xfrm>
            <a:off x="838200" y="1431925"/>
            <a:ext cx="10515600" cy="5233988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dirty="0"/>
              <a:t>Abstract</a:t>
            </a:r>
            <a:endParaRPr lang="en-US" altLang="en-US" dirty="0"/>
          </a:p>
          <a:p>
            <a:r>
              <a:rPr lang="en-US" altLang="en-US" dirty="0"/>
              <a:t>Introduction</a:t>
            </a:r>
            <a:endParaRPr lang="en-US" altLang="en-US" dirty="0"/>
          </a:p>
          <a:p>
            <a:r>
              <a:rPr lang="en-US" altLang="en-US" dirty="0"/>
              <a:t>Problem Statement</a:t>
            </a:r>
            <a:endParaRPr lang="en-US" altLang="en-US" dirty="0"/>
          </a:p>
          <a:p>
            <a:r>
              <a:rPr lang="en-US" altLang="en-US" dirty="0"/>
              <a:t>Objectives</a:t>
            </a:r>
            <a:endParaRPr lang="en-US" altLang="en-US" dirty="0"/>
          </a:p>
          <a:p>
            <a:r>
              <a:rPr lang="en-US" altLang="en-US" dirty="0"/>
              <a:t>Literature Review</a:t>
            </a:r>
            <a:endParaRPr lang="en-US" altLang="en-US" dirty="0"/>
          </a:p>
          <a:p>
            <a:r>
              <a:rPr lang="en-US" altLang="en-US" dirty="0"/>
              <a:t>Proposed Solution</a:t>
            </a:r>
            <a:endParaRPr lang="en-US" altLang="en-US" dirty="0"/>
          </a:p>
          <a:p>
            <a:r>
              <a:rPr lang="en-US" altLang="en-US" dirty="0"/>
              <a:t>Methodology</a:t>
            </a:r>
            <a:endParaRPr lang="en-US" altLang="en-US" dirty="0"/>
          </a:p>
          <a:p>
            <a:r>
              <a:rPr lang="en-US" altLang="en-US" dirty="0"/>
              <a:t>Results</a:t>
            </a:r>
            <a:endParaRPr lang="en-US" altLang="en-US" dirty="0"/>
          </a:p>
          <a:p>
            <a:r>
              <a:rPr lang="en-US" altLang="en-US" dirty="0"/>
              <a:t>Conclusion</a:t>
            </a:r>
            <a:endParaRPr lang="en-US" altLang="en-US" dirty="0"/>
          </a:p>
          <a:p>
            <a:r>
              <a:rPr lang="en-US" altLang="en-US" dirty="0"/>
              <a:t>References</a:t>
            </a:r>
            <a:endParaRPr lang="en-IN" altLang="en-US" dirty="0"/>
          </a:p>
          <a:p>
            <a:endParaRPr lang="en-US" altLang="en-US" dirty="0"/>
          </a:p>
          <a:p>
            <a:endParaRPr lang="en-I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algn="ctr" eaLnBrk="1" hangingPunct="1"/>
            <a:r>
              <a:rPr lang="en-US" altLang="en-US" b="1" dirty="0"/>
              <a:t>ABSTRACT</a:t>
            </a:r>
            <a:endParaRPr lang="en-IN" altLang="en-US" b="1" dirty="0"/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en-US" dirty="0"/>
              <a:t>Write 10-12 lines in single paragraph</a:t>
            </a:r>
            <a:endParaRPr lang="en-I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algn="ctr" eaLnBrk="1" hangingPunct="1"/>
            <a:r>
              <a:rPr lang="en-US" altLang="en-US" b="1" dirty="0"/>
              <a:t>INTRODUCTION</a:t>
            </a:r>
            <a:endParaRPr lang="en-IN" altLang="en-US" b="1" dirty="0"/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en-US" dirty="0"/>
              <a:t>Write 3-4 points about title</a:t>
            </a:r>
            <a:endParaRPr lang="en-I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algn="ctr" eaLnBrk="1" hangingPunct="1"/>
            <a:r>
              <a:rPr lang="en-US" altLang="en-US" b="1" dirty="0"/>
              <a:t>PROBLEM STATEMENT</a:t>
            </a:r>
            <a:endParaRPr lang="en-IN" alt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704020202020204" pitchFamily="34" charset="0"/>
              <a:buChar char="•"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Mention 3-4 key points</a:t>
            </a:r>
            <a:endParaRPr kumimoji="0" lang="en-I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endParaRPr kumimoji="0" lang="en-I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algn="ctr" eaLnBrk="1" hangingPunct="1"/>
            <a:r>
              <a:rPr lang="en-US" altLang="en-US" b="1" dirty="0"/>
              <a:t>OBJECTIVES</a:t>
            </a:r>
            <a:endParaRPr lang="en-IN" altLang="en-US" b="1" dirty="0"/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en-US" dirty="0"/>
              <a:t>Write 3-4 objectives </a:t>
            </a:r>
            <a:endParaRPr lang="en-I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849313" y="365125"/>
            <a:ext cx="10515600" cy="1325563"/>
          </a:xfrm>
          <a:ln/>
        </p:spPr>
        <p:txBody>
          <a:bodyPr vert="horz" wrap="square" lIns="91440" tIns="45720" rIns="91440" bIns="45720" anchor="ctr" anchorCtr="0"/>
          <a:p>
            <a:pPr algn="ctr" eaLnBrk="1" hangingPunct="1"/>
            <a:r>
              <a:rPr lang="en-US" altLang="en-US" b="1" dirty="0"/>
              <a:t>LITERATURE REVIEW</a:t>
            </a:r>
            <a:endParaRPr lang="en-IN" altLang="en-US" b="1" dirty="0"/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algn="just" eaLnBrk="1" hangingPunct="1"/>
            <a:r>
              <a:rPr lang="en-US" altLang="en-US" dirty="0"/>
              <a:t>Refer minimum 15 latest research papers related to your project</a:t>
            </a:r>
            <a:endParaRPr lang="en-US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434975"/>
          <a:ext cx="10860088" cy="58531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5686"/>
                <a:gridCol w="2774343"/>
                <a:gridCol w="1810015"/>
                <a:gridCol w="1810015"/>
                <a:gridCol w="2359865"/>
                <a:gridCol w="1260164"/>
              </a:tblGrid>
              <a:tr h="65199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/>
                        <a:t>Sl</a:t>
                      </a:r>
                      <a:r>
                        <a:rPr lang="en-US" sz="2000" dirty="0"/>
                        <a:t> No.</a:t>
                      </a:r>
                      <a:endParaRPr lang="en-IN" sz="2000" dirty="0"/>
                    </a:p>
                  </a:txBody>
                  <a:tcPr marL="91446" marR="91446" marT="45719" marB="4571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Title, Year of Publication</a:t>
                      </a:r>
                      <a:endParaRPr lang="en-IN" sz="2000" dirty="0"/>
                    </a:p>
                  </a:txBody>
                  <a:tcPr marL="91446" marR="91446" marT="45719" marB="4571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Methodology</a:t>
                      </a:r>
                      <a:endParaRPr lang="en-IN" sz="2000" dirty="0"/>
                    </a:p>
                  </a:txBody>
                  <a:tcPr marL="91446" marR="91446" marT="45719" marB="4571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Dataset Details</a:t>
                      </a:r>
                      <a:endParaRPr lang="en-IN" sz="2000" dirty="0"/>
                    </a:p>
                  </a:txBody>
                  <a:tcPr marL="91446" marR="91446" marT="45719" marB="4571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Dis-Advantages</a:t>
                      </a:r>
                      <a:endParaRPr lang="en-IN" sz="2000" dirty="0"/>
                    </a:p>
                  </a:txBody>
                  <a:tcPr marL="91446" marR="91446" marT="45719" marB="4571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Results</a:t>
                      </a:r>
                      <a:endParaRPr lang="en-IN" sz="2000" dirty="0"/>
                    </a:p>
                  </a:txBody>
                  <a:tcPr marL="91446" marR="91446" marT="45719" marB="45719" anchor="ctr"/>
                </a:tc>
              </a:tr>
              <a:tr h="1300279"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 marL="91446" marR="91446" marT="45719" marB="45719"/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 marL="91446" marR="91446" marT="45719" marB="45719"/>
                </a:tc>
                <a:tc>
                  <a:txBody>
                    <a:bodyPr/>
                    <a:lstStyle/>
                    <a:p>
                      <a:endParaRPr lang="en-IN" sz="1800"/>
                    </a:p>
                  </a:txBody>
                  <a:tcPr marL="91446" marR="91446" marT="45719" marB="45719"/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 marL="91446" marR="91446" marT="45719" marB="45719"/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 marL="91446" marR="91446" marT="45719" marB="45719"/>
                </a:tc>
                <a:tc>
                  <a:txBody>
                    <a:bodyPr/>
                    <a:lstStyle/>
                    <a:p>
                      <a:endParaRPr lang="en-IN" sz="1800"/>
                    </a:p>
                  </a:txBody>
                  <a:tcPr marL="91446" marR="91446" marT="45719" marB="45719"/>
                </a:tc>
              </a:tr>
              <a:tr h="1300279"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 marL="91446" marR="91446" marT="45719" marB="45719"/>
                </a:tc>
                <a:tc>
                  <a:txBody>
                    <a:bodyPr/>
                    <a:lstStyle/>
                    <a:p>
                      <a:endParaRPr lang="en-IN" sz="1800"/>
                    </a:p>
                  </a:txBody>
                  <a:tcPr marL="91446" marR="91446" marT="45719" marB="45719"/>
                </a:tc>
                <a:tc>
                  <a:txBody>
                    <a:bodyPr/>
                    <a:lstStyle/>
                    <a:p>
                      <a:endParaRPr lang="en-IN" sz="1800"/>
                    </a:p>
                  </a:txBody>
                  <a:tcPr marL="91446" marR="91446" marT="45719" marB="45719"/>
                </a:tc>
                <a:tc>
                  <a:txBody>
                    <a:bodyPr/>
                    <a:lstStyle/>
                    <a:p>
                      <a:endParaRPr lang="en-IN" sz="1800"/>
                    </a:p>
                  </a:txBody>
                  <a:tcPr marL="91446" marR="91446" marT="45719" marB="45719"/>
                </a:tc>
                <a:tc>
                  <a:txBody>
                    <a:bodyPr/>
                    <a:lstStyle/>
                    <a:p>
                      <a:endParaRPr lang="en-IN" sz="1800"/>
                    </a:p>
                  </a:txBody>
                  <a:tcPr marL="91446" marR="91446" marT="45719" marB="45719"/>
                </a:tc>
                <a:tc>
                  <a:txBody>
                    <a:bodyPr/>
                    <a:lstStyle/>
                    <a:p>
                      <a:endParaRPr lang="en-IN" sz="1800"/>
                    </a:p>
                  </a:txBody>
                  <a:tcPr marL="91446" marR="91446" marT="45719" marB="45719"/>
                </a:tc>
              </a:tr>
              <a:tr h="1300279"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 marL="91446" marR="91446" marT="45719" marB="45719"/>
                </a:tc>
                <a:tc>
                  <a:txBody>
                    <a:bodyPr/>
                    <a:lstStyle/>
                    <a:p>
                      <a:endParaRPr lang="en-IN" sz="1800"/>
                    </a:p>
                  </a:txBody>
                  <a:tcPr marL="91446" marR="91446" marT="45719" marB="45719"/>
                </a:tc>
                <a:tc>
                  <a:txBody>
                    <a:bodyPr/>
                    <a:lstStyle/>
                    <a:p>
                      <a:endParaRPr lang="en-IN" sz="1800"/>
                    </a:p>
                  </a:txBody>
                  <a:tcPr marL="91446" marR="91446" marT="45719" marB="45719"/>
                </a:tc>
                <a:tc>
                  <a:txBody>
                    <a:bodyPr/>
                    <a:lstStyle/>
                    <a:p>
                      <a:endParaRPr lang="en-IN" sz="1800"/>
                    </a:p>
                  </a:txBody>
                  <a:tcPr marL="91446" marR="91446" marT="45719" marB="45719"/>
                </a:tc>
                <a:tc>
                  <a:txBody>
                    <a:bodyPr/>
                    <a:lstStyle/>
                    <a:p>
                      <a:endParaRPr lang="en-IN" sz="1800"/>
                    </a:p>
                  </a:txBody>
                  <a:tcPr marL="91446" marR="91446" marT="45719" marB="45719"/>
                </a:tc>
                <a:tc>
                  <a:txBody>
                    <a:bodyPr/>
                    <a:lstStyle/>
                    <a:p>
                      <a:endParaRPr lang="en-IN" sz="1800"/>
                    </a:p>
                  </a:txBody>
                  <a:tcPr marL="91446" marR="91446" marT="45719" marB="45719"/>
                </a:tc>
              </a:tr>
              <a:tr h="1300279"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 marL="91446" marR="91446" marT="45719" marB="45719"/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 marL="91446" marR="91446" marT="45719" marB="45719"/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 marL="91446" marR="91446" marT="45719" marB="45719"/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 marL="91446" marR="91446" marT="45719" marB="45719"/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 marL="91446" marR="91446" marT="45719" marB="45719"/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 marL="91446" marR="91446" marT="45719" marB="45719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523875"/>
          <a:ext cx="10860088" cy="57642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5686"/>
                <a:gridCol w="2774343"/>
                <a:gridCol w="1810015"/>
                <a:gridCol w="1810015"/>
                <a:gridCol w="2359865"/>
                <a:gridCol w="1260164"/>
              </a:tblGrid>
              <a:tr h="64209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/>
                        <a:t>Sl</a:t>
                      </a:r>
                      <a:r>
                        <a:rPr lang="en-US" sz="2000" dirty="0"/>
                        <a:t> No.</a:t>
                      </a:r>
                      <a:endParaRPr lang="en-IN" sz="2000" dirty="0"/>
                    </a:p>
                  </a:txBody>
                  <a:tcPr marL="91446" marR="91446" marT="45722" marB="4572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Title, Year of Publication</a:t>
                      </a:r>
                      <a:endParaRPr lang="en-IN" sz="2000" dirty="0"/>
                    </a:p>
                  </a:txBody>
                  <a:tcPr marL="91446" marR="91446" marT="45722" marB="4572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Methodology</a:t>
                      </a:r>
                      <a:endParaRPr lang="en-IN" sz="2000" dirty="0"/>
                    </a:p>
                  </a:txBody>
                  <a:tcPr marL="91446" marR="91446" marT="45722" marB="4572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Dataset Details</a:t>
                      </a:r>
                      <a:endParaRPr lang="en-IN" sz="2000" dirty="0"/>
                    </a:p>
                  </a:txBody>
                  <a:tcPr marL="91446" marR="91446" marT="45722" marB="4572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Dis-Advantages</a:t>
                      </a:r>
                      <a:endParaRPr lang="en-IN" sz="2000" dirty="0"/>
                    </a:p>
                  </a:txBody>
                  <a:tcPr marL="91446" marR="91446" marT="45722" marB="4572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Results</a:t>
                      </a:r>
                      <a:endParaRPr lang="en-IN" sz="2000" dirty="0"/>
                    </a:p>
                  </a:txBody>
                  <a:tcPr marL="91446" marR="91446" marT="45722" marB="45722" anchor="ctr"/>
                </a:tc>
              </a:tr>
              <a:tr h="1280530">
                <a:tc>
                  <a:txBody>
                    <a:bodyPr/>
                    <a:lstStyle/>
                    <a:p>
                      <a:endParaRPr lang="en-IN" sz="1800"/>
                    </a:p>
                  </a:txBody>
                  <a:tcPr marL="91446" marR="91446" marT="45722" marB="45722"/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 marL="91446" marR="91446" marT="45722" marB="45722"/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 marL="91446" marR="91446" marT="45722" marB="45722"/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 marL="91446" marR="91446" marT="45722" marB="45722"/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 marL="91446" marR="91446" marT="45722" marB="45722"/>
                </a:tc>
                <a:tc>
                  <a:txBody>
                    <a:bodyPr/>
                    <a:lstStyle/>
                    <a:p>
                      <a:endParaRPr lang="en-IN" sz="1800"/>
                    </a:p>
                  </a:txBody>
                  <a:tcPr marL="91446" marR="91446" marT="45722" marB="45722"/>
                </a:tc>
              </a:tr>
              <a:tr h="1280530">
                <a:tc>
                  <a:txBody>
                    <a:bodyPr/>
                    <a:lstStyle/>
                    <a:p>
                      <a:endParaRPr lang="en-IN" sz="1800"/>
                    </a:p>
                  </a:txBody>
                  <a:tcPr marL="91446" marR="91446" marT="45722" marB="45722"/>
                </a:tc>
                <a:tc>
                  <a:txBody>
                    <a:bodyPr/>
                    <a:lstStyle/>
                    <a:p>
                      <a:endParaRPr lang="en-IN" sz="1800"/>
                    </a:p>
                  </a:txBody>
                  <a:tcPr marL="91446" marR="91446" marT="45722" marB="45722"/>
                </a:tc>
                <a:tc>
                  <a:txBody>
                    <a:bodyPr/>
                    <a:lstStyle/>
                    <a:p>
                      <a:endParaRPr lang="en-IN" sz="1800"/>
                    </a:p>
                  </a:txBody>
                  <a:tcPr marL="91446" marR="91446" marT="45722" marB="45722"/>
                </a:tc>
                <a:tc>
                  <a:txBody>
                    <a:bodyPr/>
                    <a:lstStyle/>
                    <a:p>
                      <a:endParaRPr lang="en-IN" sz="1800"/>
                    </a:p>
                  </a:txBody>
                  <a:tcPr marL="91446" marR="91446" marT="45722" marB="45722"/>
                </a:tc>
                <a:tc>
                  <a:txBody>
                    <a:bodyPr/>
                    <a:lstStyle/>
                    <a:p>
                      <a:endParaRPr lang="en-IN" sz="1800"/>
                    </a:p>
                  </a:txBody>
                  <a:tcPr marL="91446" marR="91446" marT="45722" marB="45722"/>
                </a:tc>
                <a:tc>
                  <a:txBody>
                    <a:bodyPr/>
                    <a:lstStyle/>
                    <a:p>
                      <a:endParaRPr lang="en-IN" sz="1800"/>
                    </a:p>
                  </a:txBody>
                  <a:tcPr marL="91446" marR="91446" marT="45722" marB="45722"/>
                </a:tc>
              </a:tr>
              <a:tr h="1280530">
                <a:tc>
                  <a:txBody>
                    <a:bodyPr/>
                    <a:lstStyle/>
                    <a:p>
                      <a:endParaRPr lang="en-IN" sz="1800"/>
                    </a:p>
                  </a:txBody>
                  <a:tcPr marL="91446" marR="91446" marT="45722" marB="45722"/>
                </a:tc>
                <a:tc>
                  <a:txBody>
                    <a:bodyPr/>
                    <a:lstStyle/>
                    <a:p>
                      <a:endParaRPr lang="en-IN" sz="1800"/>
                    </a:p>
                  </a:txBody>
                  <a:tcPr marL="91446" marR="91446" marT="45722" marB="45722"/>
                </a:tc>
                <a:tc>
                  <a:txBody>
                    <a:bodyPr/>
                    <a:lstStyle/>
                    <a:p>
                      <a:endParaRPr lang="en-IN" sz="1800"/>
                    </a:p>
                  </a:txBody>
                  <a:tcPr marL="91446" marR="91446" marT="45722" marB="45722"/>
                </a:tc>
                <a:tc>
                  <a:txBody>
                    <a:bodyPr/>
                    <a:lstStyle/>
                    <a:p>
                      <a:endParaRPr lang="en-IN" sz="1800"/>
                    </a:p>
                  </a:txBody>
                  <a:tcPr marL="91446" marR="91446" marT="45722" marB="45722"/>
                </a:tc>
                <a:tc>
                  <a:txBody>
                    <a:bodyPr/>
                    <a:lstStyle/>
                    <a:p>
                      <a:endParaRPr lang="en-IN" sz="1800"/>
                    </a:p>
                  </a:txBody>
                  <a:tcPr marL="91446" marR="91446" marT="45722" marB="45722"/>
                </a:tc>
                <a:tc>
                  <a:txBody>
                    <a:bodyPr/>
                    <a:lstStyle/>
                    <a:p>
                      <a:endParaRPr lang="en-IN" sz="1800"/>
                    </a:p>
                  </a:txBody>
                  <a:tcPr marL="91446" marR="91446" marT="45722" marB="45722"/>
                </a:tc>
              </a:tr>
              <a:tr h="1280530">
                <a:tc>
                  <a:txBody>
                    <a:bodyPr/>
                    <a:lstStyle/>
                    <a:p>
                      <a:endParaRPr lang="en-IN" sz="1800"/>
                    </a:p>
                  </a:txBody>
                  <a:tcPr marL="91446" marR="91446" marT="45722" marB="45722"/>
                </a:tc>
                <a:tc>
                  <a:txBody>
                    <a:bodyPr/>
                    <a:lstStyle/>
                    <a:p>
                      <a:endParaRPr lang="en-IN" sz="1800"/>
                    </a:p>
                  </a:txBody>
                  <a:tcPr marL="91446" marR="91446" marT="45722" marB="45722"/>
                </a:tc>
                <a:tc>
                  <a:txBody>
                    <a:bodyPr/>
                    <a:lstStyle/>
                    <a:p>
                      <a:endParaRPr lang="en-IN" sz="1800"/>
                    </a:p>
                  </a:txBody>
                  <a:tcPr marL="91446" marR="91446" marT="45722" marB="45722"/>
                </a:tc>
                <a:tc>
                  <a:txBody>
                    <a:bodyPr/>
                    <a:lstStyle/>
                    <a:p>
                      <a:endParaRPr lang="en-IN" sz="1800"/>
                    </a:p>
                  </a:txBody>
                  <a:tcPr marL="91446" marR="91446" marT="45722" marB="45722"/>
                </a:tc>
                <a:tc>
                  <a:txBody>
                    <a:bodyPr/>
                    <a:lstStyle/>
                    <a:p>
                      <a:endParaRPr lang="en-IN" sz="1800"/>
                    </a:p>
                  </a:txBody>
                  <a:tcPr marL="91446" marR="91446" marT="45722" marB="45722"/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 marL="91446" marR="91446" marT="45722" marB="45722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557213"/>
          <a:ext cx="10860088" cy="5730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5686"/>
                <a:gridCol w="2774343"/>
                <a:gridCol w="1810015"/>
                <a:gridCol w="1810015"/>
                <a:gridCol w="2359865"/>
                <a:gridCol w="1260164"/>
              </a:tblGrid>
              <a:tr h="63838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/>
                        <a:t>Sl</a:t>
                      </a:r>
                      <a:r>
                        <a:rPr lang="en-US" sz="2000" dirty="0"/>
                        <a:t> No.</a:t>
                      </a:r>
                      <a:endParaRPr lang="en-IN" sz="2000" dirty="0"/>
                    </a:p>
                  </a:txBody>
                  <a:tcPr marL="91446" marR="91446" marT="45723" marB="457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Title, Year of Publication</a:t>
                      </a:r>
                      <a:endParaRPr lang="en-IN" sz="2000" dirty="0"/>
                    </a:p>
                  </a:txBody>
                  <a:tcPr marL="91446" marR="91446" marT="45723" marB="457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Methodology</a:t>
                      </a:r>
                      <a:endParaRPr lang="en-IN" sz="2000" dirty="0"/>
                    </a:p>
                  </a:txBody>
                  <a:tcPr marL="91446" marR="91446" marT="45723" marB="457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Dataset Details</a:t>
                      </a:r>
                      <a:endParaRPr lang="en-IN" sz="2000" dirty="0"/>
                    </a:p>
                  </a:txBody>
                  <a:tcPr marL="91446" marR="91446" marT="45723" marB="457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Dis-Advantages</a:t>
                      </a:r>
                      <a:endParaRPr lang="en-IN" sz="2000" dirty="0"/>
                    </a:p>
                  </a:txBody>
                  <a:tcPr marL="91446" marR="91446" marT="45723" marB="457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Results</a:t>
                      </a:r>
                      <a:endParaRPr lang="en-IN" sz="2000" dirty="0"/>
                    </a:p>
                  </a:txBody>
                  <a:tcPr marL="91446" marR="91446" marT="45723" marB="45723" anchor="ctr"/>
                </a:tc>
              </a:tr>
              <a:tr h="1273123"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 marL="91446" marR="91446" marT="45723" marB="45723"/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 marL="91446" marR="91446" marT="45723" marB="45723"/>
                </a:tc>
                <a:tc>
                  <a:txBody>
                    <a:bodyPr/>
                    <a:lstStyle/>
                    <a:p>
                      <a:endParaRPr lang="en-IN" sz="1800"/>
                    </a:p>
                  </a:txBody>
                  <a:tcPr marL="91446" marR="91446" marT="45723" marB="45723"/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 marL="91446" marR="91446" marT="45723" marB="45723"/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 marL="91446" marR="91446" marT="45723" marB="45723"/>
                </a:tc>
                <a:tc>
                  <a:txBody>
                    <a:bodyPr/>
                    <a:lstStyle/>
                    <a:p>
                      <a:endParaRPr lang="en-IN" sz="1800"/>
                    </a:p>
                  </a:txBody>
                  <a:tcPr marL="91446" marR="91446" marT="45723" marB="45723"/>
                </a:tc>
              </a:tr>
              <a:tr h="1273123">
                <a:tc>
                  <a:txBody>
                    <a:bodyPr/>
                    <a:lstStyle/>
                    <a:p>
                      <a:endParaRPr lang="en-IN" sz="1800"/>
                    </a:p>
                  </a:txBody>
                  <a:tcPr marL="91446" marR="91446" marT="45723" marB="45723"/>
                </a:tc>
                <a:tc>
                  <a:txBody>
                    <a:bodyPr/>
                    <a:lstStyle/>
                    <a:p>
                      <a:endParaRPr lang="en-IN" sz="1800"/>
                    </a:p>
                  </a:txBody>
                  <a:tcPr marL="91446" marR="91446" marT="45723" marB="45723"/>
                </a:tc>
                <a:tc>
                  <a:txBody>
                    <a:bodyPr/>
                    <a:lstStyle/>
                    <a:p>
                      <a:endParaRPr lang="en-IN" sz="1800"/>
                    </a:p>
                  </a:txBody>
                  <a:tcPr marL="91446" marR="91446" marT="45723" marB="45723"/>
                </a:tc>
                <a:tc>
                  <a:txBody>
                    <a:bodyPr/>
                    <a:lstStyle/>
                    <a:p>
                      <a:endParaRPr lang="en-IN" sz="1800"/>
                    </a:p>
                  </a:txBody>
                  <a:tcPr marL="91446" marR="91446" marT="45723" marB="45723"/>
                </a:tc>
                <a:tc>
                  <a:txBody>
                    <a:bodyPr/>
                    <a:lstStyle/>
                    <a:p>
                      <a:endParaRPr lang="en-IN" sz="1800"/>
                    </a:p>
                  </a:txBody>
                  <a:tcPr marL="91446" marR="91446" marT="45723" marB="45723"/>
                </a:tc>
                <a:tc>
                  <a:txBody>
                    <a:bodyPr/>
                    <a:lstStyle/>
                    <a:p>
                      <a:endParaRPr lang="en-IN" sz="1800"/>
                    </a:p>
                  </a:txBody>
                  <a:tcPr marL="91446" marR="91446" marT="45723" marB="45723"/>
                </a:tc>
              </a:tr>
              <a:tr h="1273123">
                <a:tc>
                  <a:txBody>
                    <a:bodyPr/>
                    <a:lstStyle/>
                    <a:p>
                      <a:endParaRPr lang="en-IN" sz="1800"/>
                    </a:p>
                  </a:txBody>
                  <a:tcPr marL="91446" marR="91446" marT="45723" marB="45723"/>
                </a:tc>
                <a:tc>
                  <a:txBody>
                    <a:bodyPr/>
                    <a:lstStyle/>
                    <a:p>
                      <a:endParaRPr lang="en-IN" sz="1800"/>
                    </a:p>
                  </a:txBody>
                  <a:tcPr marL="91446" marR="91446" marT="45723" marB="45723"/>
                </a:tc>
                <a:tc>
                  <a:txBody>
                    <a:bodyPr/>
                    <a:lstStyle/>
                    <a:p>
                      <a:endParaRPr lang="en-IN" sz="1800"/>
                    </a:p>
                  </a:txBody>
                  <a:tcPr marL="91446" marR="91446" marT="45723" marB="45723"/>
                </a:tc>
                <a:tc>
                  <a:txBody>
                    <a:bodyPr/>
                    <a:lstStyle/>
                    <a:p>
                      <a:endParaRPr lang="en-IN" sz="1800"/>
                    </a:p>
                  </a:txBody>
                  <a:tcPr marL="91446" marR="91446" marT="45723" marB="45723"/>
                </a:tc>
                <a:tc>
                  <a:txBody>
                    <a:bodyPr/>
                    <a:lstStyle/>
                    <a:p>
                      <a:endParaRPr lang="en-IN" sz="1800"/>
                    </a:p>
                  </a:txBody>
                  <a:tcPr marL="91446" marR="91446" marT="45723" marB="45723"/>
                </a:tc>
                <a:tc>
                  <a:txBody>
                    <a:bodyPr/>
                    <a:lstStyle/>
                    <a:p>
                      <a:endParaRPr lang="en-IN" sz="1800"/>
                    </a:p>
                  </a:txBody>
                  <a:tcPr marL="91446" marR="91446" marT="45723" marB="45723"/>
                </a:tc>
              </a:tr>
              <a:tr h="1273123">
                <a:tc>
                  <a:txBody>
                    <a:bodyPr/>
                    <a:lstStyle/>
                    <a:p>
                      <a:endParaRPr lang="en-IN" sz="1800"/>
                    </a:p>
                  </a:txBody>
                  <a:tcPr marL="91446" marR="91446" marT="45723" marB="45723"/>
                </a:tc>
                <a:tc>
                  <a:txBody>
                    <a:bodyPr/>
                    <a:lstStyle/>
                    <a:p>
                      <a:endParaRPr lang="en-IN" sz="1800"/>
                    </a:p>
                  </a:txBody>
                  <a:tcPr marL="91446" marR="91446" marT="45723" marB="45723"/>
                </a:tc>
                <a:tc>
                  <a:txBody>
                    <a:bodyPr/>
                    <a:lstStyle/>
                    <a:p>
                      <a:endParaRPr lang="en-IN" sz="1800"/>
                    </a:p>
                  </a:txBody>
                  <a:tcPr marL="91446" marR="91446" marT="45723" marB="45723"/>
                </a:tc>
                <a:tc>
                  <a:txBody>
                    <a:bodyPr/>
                    <a:lstStyle/>
                    <a:p>
                      <a:endParaRPr lang="en-IN" sz="1800"/>
                    </a:p>
                  </a:txBody>
                  <a:tcPr marL="91446" marR="91446" marT="45723" marB="45723"/>
                </a:tc>
                <a:tc>
                  <a:txBody>
                    <a:bodyPr/>
                    <a:lstStyle/>
                    <a:p>
                      <a:endParaRPr lang="en-IN" sz="1800"/>
                    </a:p>
                  </a:txBody>
                  <a:tcPr marL="91446" marR="91446" marT="45723" marB="45723"/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 marL="91446" marR="91446" marT="45723" marB="45723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algn="ctr"/>
            <a:r>
              <a:rPr lang="en-US" altLang="en-US" b="1" dirty="0"/>
              <a:t>Software and Hardware Requirements</a:t>
            </a:r>
            <a:endParaRPr lang="en-IN" altLang="en-US" b="1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5196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65277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SOFTWARE</a:t>
                      </a:r>
                      <a:endParaRPr lang="en-IN" sz="2800" dirty="0"/>
                    </a:p>
                  </a:txBody>
                  <a:tcPr marT="45722" marB="4572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HARDWARE</a:t>
                      </a:r>
                      <a:endParaRPr lang="en-IN" sz="2800" dirty="0"/>
                    </a:p>
                  </a:txBody>
                  <a:tcPr marT="45722" marB="45722"/>
                </a:tc>
              </a:tr>
              <a:tr h="3866834"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 marT="45722" marB="45722"/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 marT="45722" marB="45722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algn="ctr" eaLnBrk="1" hangingPunct="1"/>
            <a:r>
              <a:rPr lang="en-US" altLang="en-US" b="1" dirty="0"/>
              <a:t>PROPOSED SOLUTION</a:t>
            </a:r>
            <a:endParaRPr lang="en-IN" altLang="en-US" b="1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en-US" dirty="0"/>
              <a:t>Which model you are going to use</a:t>
            </a:r>
            <a:endParaRPr lang="en-US" altLang="en-US" dirty="0"/>
          </a:p>
          <a:p>
            <a:pPr eaLnBrk="1" hangingPunct="1"/>
            <a:r>
              <a:rPr lang="en-US" altLang="en-US" dirty="0"/>
              <a:t>Reason for choosing your model</a:t>
            </a:r>
            <a:endParaRPr lang="en-I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algn="ctr" eaLnBrk="1" hangingPunct="1"/>
            <a:r>
              <a:rPr lang="en-US" altLang="en-US" b="1" dirty="0"/>
              <a:t>DATASET DETAILS</a:t>
            </a:r>
            <a:endParaRPr lang="en-IN" altLang="en-US" b="1" dirty="0"/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algn="just" eaLnBrk="1" hangingPunct="1"/>
            <a:r>
              <a:rPr lang="en-US" altLang="en-US" dirty="0"/>
              <a:t>Mention the dataset name that you are going to use in your project and list its features.</a:t>
            </a:r>
            <a:endParaRPr lang="en-I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algn="ctr"/>
            <a:r>
              <a:rPr lang="en-US" altLang="en-US" b="1" dirty="0"/>
              <a:t>METHODOLOGY</a:t>
            </a:r>
            <a:endParaRPr lang="en-IN" altLang="en-US" b="1" dirty="0"/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r>
              <a:rPr lang="en-US" altLang="en-US" dirty="0"/>
              <a:t>Draw the architecture diagram of your project</a:t>
            </a:r>
            <a:endParaRPr lang="en-IN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Title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algn="ctr"/>
            <a:r>
              <a:rPr lang="en-US" altLang="en-US" b="1" dirty="0"/>
              <a:t>EXPLANATION</a:t>
            </a:r>
            <a:endParaRPr lang="en-IN" altLang="en-US" b="1" dirty="0"/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r>
              <a:rPr lang="en-US" altLang="en-US" dirty="0"/>
              <a:t>You can add the slides</a:t>
            </a:r>
            <a:endParaRPr lang="en-IN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algn="ctr"/>
            <a:r>
              <a:rPr lang="en-US" altLang="en-US" b="1" dirty="0"/>
              <a:t>RESULTS</a:t>
            </a:r>
            <a:endParaRPr lang="en-IN" altLang="en-US" b="1" dirty="0"/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algn="just"/>
            <a:r>
              <a:rPr lang="en-US" altLang="en-US" dirty="0"/>
              <a:t>Screenshots like bar-graphs/charts, comparison of previous models and proposed models.</a:t>
            </a:r>
            <a:endParaRPr lang="en-US" altLang="en-US" dirty="0"/>
          </a:p>
          <a:p>
            <a:pPr algn="just"/>
            <a:r>
              <a:rPr lang="en-US" altLang="en-US" dirty="0"/>
              <a:t>You can add 3-4 slides </a:t>
            </a:r>
            <a:endParaRPr lang="en-IN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algn="ctr"/>
            <a:r>
              <a:rPr lang="en-US" altLang="en-US" b="1" dirty="0"/>
              <a:t>CONCLUSION</a:t>
            </a:r>
            <a:endParaRPr lang="en-IN" altLang="en-US" b="1" dirty="0"/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endParaRPr lang="en-IN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algn="ctr"/>
            <a:r>
              <a:rPr lang="en-US" altLang="en-US" b="1" dirty="0"/>
              <a:t>FUTURE ENHANCEMENTS</a:t>
            </a:r>
            <a:endParaRPr lang="en-IN" altLang="en-US" b="1" dirty="0"/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endParaRPr lang="en-IN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algn="ctr"/>
            <a:r>
              <a:rPr lang="en-US" altLang="en-US" b="1" dirty="0"/>
              <a:t>REFERENCES</a:t>
            </a:r>
            <a:endParaRPr lang="en-IN" altLang="en-US" b="1" dirty="0"/>
          </a:p>
        </p:txBody>
      </p:sp>
      <p:sp>
        <p:nvSpPr>
          <p:cNvPr id="20483" name="Content Placeholder 2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228600" marR="0" lvl="0" indent="-22860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Char char="•"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Example: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[1] S. Kumar, P. Tiwari and M.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Zymbler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“Internet of Things is a Revolutionary Approach for Future Technology Enhancement: A Review”, Journal of Big Data, vol. 6, no. 111, pp. 1- 21, 2019. https://doi.org/10.1186/s40537-019-0268-2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8600" marR="0" lvl="0" indent="-228600" algn="just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Char char="•"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8600" marR="0" lvl="0" indent="-228600" algn="just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Char char="•"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8600" marR="0" lvl="0" indent="-228600" algn="just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Char char="•"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8600" marR="0" lvl="0" indent="-228600" algn="just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Char char="•"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Note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8600" marR="0" lvl="0" indent="-228600" algn="just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Char char="•"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Kindly follow the same reference format for all reference papers.</a:t>
            </a:r>
            <a:endParaRPr kumimoji="0" lang="en-I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1579</Words>
  <Application>WPS Presentation</Application>
  <PresentationFormat>Widescreen</PresentationFormat>
  <Paragraphs>130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9" baseType="lpstr">
      <vt:lpstr>Arial</vt:lpstr>
      <vt:lpstr>SimSun</vt:lpstr>
      <vt:lpstr>Wingdings</vt:lpstr>
      <vt:lpstr>Calibri</vt:lpstr>
      <vt:lpstr>Helvetica Neue</vt:lpstr>
      <vt:lpstr>Calibri Light</vt:lpstr>
      <vt:lpstr>Microsoft YaHei</vt:lpstr>
      <vt:lpstr>汉仪旗黑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Beebi Naseeba</cp:lastModifiedBy>
  <cp:revision>10</cp:revision>
  <dcterms:created xsi:type="dcterms:W3CDTF">2026-10-22T07:33:07Z</dcterms:created>
  <dcterms:modified xsi:type="dcterms:W3CDTF">2026-10-22T07:33:07Z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454C516A2AD419DF33BCD96AF61AD28C_43</vt:lpwstr>
  </property>
  <property fmtid="{D5CDD505-2E9C-101B-9397-08002B2CF9AE}" pid="3" name="KSOProductBuildVer">
    <vt:lpwstr>1033-12.1.28496.28496</vt:lpwstr>
  </property>
</Properties>
</file>